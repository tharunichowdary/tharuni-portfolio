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oorva choudary Thammineni" userId="d073eecc29497e0b" providerId="LiveId" clId="{799B4F27-8F49-413A-9E3B-1A6F017635ED}"/>
    <pc:docChg chg="modSld">
      <pc:chgData name="apoorva choudary Thammineni" userId="d073eecc29497e0b" providerId="LiveId" clId="{799B4F27-8F49-413A-9E3B-1A6F017635ED}" dt="2026-10-23T10:07:58.415" v="98" actId="207"/>
      <pc:docMkLst>
        <pc:docMk/>
      </pc:docMkLst>
      <pc:sldChg chg="modSp mod">
        <pc:chgData name="apoorva choudary Thammineni" userId="d073eecc29497e0b" providerId="LiveId" clId="{799B4F27-8F49-413A-9E3B-1A6F017635ED}" dt="2026-10-23T10:07:58.415" v="98" actId="207"/>
        <pc:sldMkLst>
          <pc:docMk/>
          <pc:sldMk cId="0" sldId="256"/>
        </pc:sldMkLst>
        <pc:spChg chg="mod">
          <ac:chgData name="apoorva choudary Thammineni" userId="d073eecc29497e0b" providerId="LiveId" clId="{799B4F27-8F49-413A-9E3B-1A6F017635ED}" dt="2026-10-23T10:07:58.415" v="98" actId="20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5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1621" y="0"/>
            <a:ext cx="9144000" cy="5143500"/>
          </a:xfrm>
          <a:prstGeom prst="rect">
            <a:avLst/>
          </a:prstGeom>
          <a:solidFill>
            <a:srgbClr val="4D1928"/>
          </a:solidFill>
          <a:ln/>
        </p:spPr>
        <p:txBody>
          <a:bodyPr/>
          <a:lstStyle/>
          <a:p>
            <a:r>
              <a:rPr lang="en-US" dirty="0"/>
              <a:t>  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sz="1200" dirty="0">
                <a:solidFill>
                  <a:schemeClr val="bg1"/>
                </a:solidFill>
              </a:rPr>
              <a:t>https://shree-boutique-website--tharunithammine.replit.app/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934" y="0"/>
            <a:ext cx="4481512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934" y="0"/>
            <a:ext cx="4481512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9552" y="4861582"/>
            <a:ext cx="1281112" cy="23812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6" name="Text 2"/>
          <p:cNvSpPr/>
          <p:nvPr/>
        </p:nvSpPr>
        <p:spPr>
          <a:xfrm>
            <a:off x="640035" y="282848"/>
            <a:ext cx="2026548" cy="852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kern="0" spc="-227" dirty="0">
                <a:solidFill>
                  <a:srgbClr val="F6F1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Shree</a:t>
            </a:r>
            <a:endParaRPr lang="en-US" sz="5040" dirty="0"/>
          </a:p>
        </p:txBody>
      </p:sp>
      <p:sp>
        <p:nvSpPr>
          <p:cNvPr id="7" name="Text 3"/>
          <p:cNvSpPr/>
          <p:nvPr/>
        </p:nvSpPr>
        <p:spPr>
          <a:xfrm>
            <a:off x="640035" y="884486"/>
            <a:ext cx="3167769" cy="852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kern="0" spc="-227" dirty="0">
                <a:solidFill>
                  <a:srgbClr val="F6F1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Boutique</a:t>
            </a:r>
            <a:endParaRPr lang="en-US" sz="5040" dirty="0"/>
          </a:p>
        </p:txBody>
      </p:sp>
      <p:sp>
        <p:nvSpPr>
          <p:cNvPr id="8" name="Text 4"/>
          <p:cNvSpPr/>
          <p:nvPr/>
        </p:nvSpPr>
        <p:spPr>
          <a:xfrm>
            <a:off x="640035" y="3519785"/>
            <a:ext cx="4166012" cy="52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8"/>
              </a:lnSpc>
              <a:buNone/>
            </a:pPr>
            <a:r>
              <a:rPr lang="en-US" sz="158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responsive portfolio demo for a</a:t>
            </a:r>
            <a:endParaRPr lang="en-US" sz="1580" dirty="0"/>
          </a:p>
          <a:p>
            <a:pPr marL="0" indent="0" algn="l">
              <a:lnSpc>
                <a:spcPts val="2058"/>
              </a:lnSpc>
              <a:buNone/>
            </a:pPr>
            <a:r>
              <a:rPr lang="en-US" sz="158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fictional Indian clothing boutique.</a:t>
            </a:r>
            <a:endParaRPr lang="en-US" sz="1580" dirty="0"/>
          </a:p>
        </p:txBody>
      </p:sp>
      <p:sp>
        <p:nvSpPr>
          <p:cNvPr id="9" name="Text 5"/>
          <p:cNvSpPr/>
          <p:nvPr/>
        </p:nvSpPr>
        <p:spPr>
          <a:xfrm>
            <a:off x="640035" y="4211166"/>
            <a:ext cx="3880344" cy="503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DDD1C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Maroon, cream, and teal—rooted in</a:t>
            </a:r>
            <a:endParaRPr lang="en-US" sz="1440" dirty="0"/>
          </a:p>
          <a:p>
            <a:pPr marL="0" indent="0" algn="l">
              <a:lnSpc>
                <a:spcPts val="2088"/>
              </a:lnSpc>
              <a:buNone/>
            </a:pPr>
            <a:r>
              <a:rPr lang="en-US" sz="1440" dirty="0">
                <a:solidFill>
                  <a:srgbClr val="DDD1C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tradition, made for today.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86655"/>
            <a:ext cx="4182457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kern="0" spc="-126" dirty="0">
                <a:solidFill>
                  <a:srgbClr val="4D19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891" y="1282266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5" name="Text 3"/>
          <p:cNvSpPr/>
          <p:nvPr/>
        </p:nvSpPr>
        <p:spPr>
          <a:xfrm>
            <a:off x="841177" y="1232967"/>
            <a:ext cx="72329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single-page showcase for an imagined Indian clothing boutique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640891" y="1700026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7" name="Text 5"/>
          <p:cNvSpPr/>
          <p:nvPr/>
        </p:nvSpPr>
        <p:spPr>
          <a:xfrm>
            <a:off x="841177" y="1650727"/>
            <a:ext cx="7344928" cy="475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Sarees, blouses, and traditional dresses appear as fictional sample</a:t>
            </a:r>
            <a:endParaRPr lang="en-US" sz="1440" dirty="0"/>
          </a:p>
          <a:p>
            <a:pPr marL="0" indent="0" algn="l">
              <a:lnSpc>
                <a:spcPts val="1872"/>
              </a:lnSpc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products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640891" y="2355540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9" name="Text 7"/>
          <p:cNvSpPr/>
          <p:nvPr/>
        </p:nvSpPr>
        <p:spPr>
          <a:xfrm>
            <a:off x="841177" y="2306241"/>
            <a:ext cx="765884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About, customization, and contact content complete the brand story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640891" y="2773300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11" name="Text 9"/>
          <p:cNvSpPr/>
          <p:nvPr/>
        </p:nvSpPr>
        <p:spPr>
          <a:xfrm>
            <a:off x="841177" y="2724001"/>
            <a:ext cx="44401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a portfolio demo—not a live shop</a:t>
            </a:r>
            <a:endParaRPr lang="en-US" sz="144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336" y="1235385"/>
            <a:ext cx="1281112" cy="34956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-967" y="5081699"/>
            <a:ext cx="6219825" cy="61912"/>
          </a:xfrm>
          <a:prstGeom prst="rect">
            <a:avLst/>
          </a:prstGeom>
          <a:solidFill>
            <a:srgbClr val="286A6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25710"/>
            <a:ext cx="3353023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890" kern="0" spc="-136" dirty="0">
                <a:solidFill>
                  <a:srgbClr val="F6F1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features</a:t>
            </a:r>
            <a:endParaRPr lang="en-US" sz="3890" dirty="0"/>
          </a:p>
        </p:txBody>
      </p:sp>
      <p:sp>
        <p:nvSpPr>
          <p:cNvPr id="4" name="Shape 2"/>
          <p:cNvSpPr/>
          <p:nvPr/>
        </p:nvSpPr>
        <p:spPr>
          <a:xfrm>
            <a:off x="640891" y="1253244"/>
            <a:ext cx="71438" cy="71438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5" name="Text 3"/>
          <p:cNvSpPr/>
          <p:nvPr/>
        </p:nvSpPr>
        <p:spPr>
          <a:xfrm>
            <a:off x="841177" y="1209080"/>
            <a:ext cx="644787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navigation and layouts for desktop and mobile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640891" y="1646374"/>
            <a:ext cx="71438" cy="71438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7" name="Text 5"/>
          <p:cNvSpPr/>
          <p:nvPr/>
        </p:nvSpPr>
        <p:spPr>
          <a:xfrm>
            <a:off x="841177" y="1602209"/>
            <a:ext cx="89206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Filterable gallery with six fictional products and clearly labeled INR sample prices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640891" y="2039503"/>
            <a:ext cx="71438" cy="71438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9" name="Text 7"/>
          <p:cNvSpPr/>
          <p:nvPr/>
        </p:nvSpPr>
        <p:spPr>
          <a:xfrm>
            <a:off x="841177" y="1995339"/>
            <a:ext cx="58415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About, customization concept, and contact sections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640891" y="2432633"/>
            <a:ext cx="71438" cy="71438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1" name="Text 9"/>
          <p:cNvSpPr/>
          <p:nvPr/>
        </p:nvSpPr>
        <p:spPr>
          <a:xfrm>
            <a:off x="841177" y="2388468"/>
            <a:ext cx="803060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Accessible color contrast, keyboard focus, and reduced-motion support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40891" y="2825762"/>
            <a:ext cx="71438" cy="71438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177" y="2781598"/>
            <a:ext cx="90952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link is a clearly labeled placeholder; no orders or payments are enabled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3" name="Shape 1"/>
          <p:cNvSpPr/>
          <p:nvPr/>
        </p:nvSpPr>
        <p:spPr>
          <a:xfrm>
            <a:off x="7039942" y="0"/>
            <a:ext cx="2105025" cy="5143500"/>
          </a:xfrm>
          <a:prstGeom prst="rect">
            <a:avLst/>
          </a:prstGeom>
          <a:solidFill>
            <a:srgbClr val="4D1928"/>
          </a:solidFill>
          <a:ln/>
        </p:spPr>
      </p:sp>
      <p:sp>
        <p:nvSpPr>
          <p:cNvPr id="4" name="Shape 2"/>
          <p:cNvSpPr/>
          <p:nvPr/>
        </p:nvSpPr>
        <p:spPr>
          <a:xfrm>
            <a:off x="6968617" y="0"/>
            <a:ext cx="71438" cy="5143500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5" name="Text 3"/>
          <p:cNvSpPr/>
          <p:nvPr/>
        </p:nvSpPr>
        <p:spPr>
          <a:xfrm>
            <a:off x="640035" y="386655"/>
            <a:ext cx="5846065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kern="0" spc="-126" dirty="0">
                <a:solidFill>
                  <a:srgbClr val="4D19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Tools and development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891" y="1324608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7" name="Text 5"/>
          <p:cNvSpPr/>
          <p:nvPr/>
        </p:nvSpPr>
        <p:spPr>
          <a:xfrm>
            <a:off x="841177" y="1275308"/>
            <a:ext cx="28300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Vite + TypeScript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640891" y="1737233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9" name="Text 7"/>
          <p:cNvSpPr/>
          <p:nvPr/>
        </p:nvSpPr>
        <p:spPr>
          <a:xfrm>
            <a:off x="841177" y="1687934"/>
            <a:ext cx="54638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CSS with a maroon, cream, and teal visual system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640891" y="2149859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11" name="Text 9"/>
          <p:cNvSpPr/>
          <p:nvPr/>
        </p:nvSpPr>
        <p:spPr>
          <a:xfrm>
            <a:off x="841177" y="2100560"/>
            <a:ext cx="730042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data and editable page copy centralized in src/content.ts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40891" y="2562485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177" y="2513186"/>
            <a:ext cx="654335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 generated fashion imagery stored with the website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640891" y="2975111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15" name="Text 13"/>
          <p:cNvSpPr/>
          <p:nvPr/>
        </p:nvSpPr>
        <p:spPr>
          <a:xfrm>
            <a:off x="841177" y="2925812"/>
            <a:ext cx="572959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frontend; no backend or payment processing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1E6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592410"/>
            <a:ext cx="201658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kern="0" spc="-126" dirty="0">
                <a:solidFill>
                  <a:srgbClr val="4D19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Website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35" y="1049610"/>
            <a:ext cx="303320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kern="0" spc="-126" dirty="0">
                <a:solidFill>
                  <a:srgbClr val="4D19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screenshots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35" y="1783928"/>
            <a:ext cx="3223684" cy="71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Desktop and mobile views of</a:t>
            </a:r>
            <a:endParaRPr lang="en-US" sz="1440" dirty="0"/>
          </a:p>
          <a:p>
            <a:pPr marL="0" indent="0" algn="l">
              <a:lnSpc>
                <a:spcPts val="1872"/>
              </a:lnSpc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Shree Boutique portfolio</a:t>
            </a:r>
            <a:endParaRPr lang="en-US" sz="1440" dirty="0"/>
          </a:p>
          <a:p>
            <a:pPr marL="0" indent="0" algn="l">
              <a:lnSpc>
                <a:spcPts val="1872"/>
              </a:lnSpc>
              <a:buNone/>
            </a:pPr>
            <a:r>
              <a:rPr lang="en-US" sz="1440" dirty="0">
                <a:solidFill>
                  <a:srgbClr val="4D19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website.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3657116" y="309563"/>
            <a:ext cx="1281112" cy="4524375"/>
          </a:xfrm>
          <a:prstGeom prst="rect">
            <a:avLst/>
          </a:prstGeom>
          <a:solidFill>
            <a:srgbClr val="FFFFFF">
              <a:alpha val="80000"/>
            </a:srgbClr>
          </a:solidFill>
          <a:ln w="4763">
            <a:solidFill>
              <a:srgbClr val="4C1828">
                <a:alpha val="25098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979" y="350044"/>
            <a:ext cx="1195387" cy="44434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5652" y="926790"/>
            <a:ext cx="1647825" cy="3495675"/>
          </a:xfrm>
          <a:prstGeom prst="rect">
            <a:avLst/>
          </a:prstGeom>
          <a:solidFill>
            <a:srgbClr val="FFFFFF">
              <a:alpha val="80000"/>
            </a:srgbClr>
          </a:solidFill>
          <a:ln w="4763">
            <a:solidFill>
              <a:srgbClr val="4C1828">
                <a:alpha val="25098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515" y="967271"/>
            <a:ext cx="1562100" cy="341471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5081699"/>
            <a:ext cx="9144000" cy="61912"/>
          </a:xfrm>
          <a:prstGeom prst="rect">
            <a:avLst/>
          </a:prstGeom>
          <a:solidFill>
            <a:srgbClr val="286A6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D1928"/>
          </a:solidFill>
          <a:ln/>
        </p:spPr>
      </p:sp>
      <p:sp>
        <p:nvSpPr>
          <p:cNvPr id="3" name="Shape 1"/>
          <p:cNvSpPr/>
          <p:nvPr/>
        </p:nvSpPr>
        <p:spPr>
          <a:xfrm>
            <a:off x="5304495" y="260"/>
            <a:ext cx="3838575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35" y="377130"/>
            <a:ext cx="5371467" cy="67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60" kern="0" spc="-139" dirty="0">
                <a:solidFill>
                  <a:srgbClr val="F6F1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Learning outcomes</a:t>
            </a:r>
            <a:endParaRPr lang="en-US" sz="3960" dirty="0"/>
          </a:p>
        </p:txBody>
      </p:sp>
      <p:sp>
        <p:nvSpPr>
          <p:cNvPr id="5" name="Text 3"/>
          <p:cNvSpPr/>
          <p:nvPr/>
        </p:nvSpPr>
        <p:spPr>
          <a:xfrm>
            <a:off x="640035" y="1166664"/>
            <a:ext cx="419677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580" dirty="0">
                <a:solidFill>
                  <a:srgbClr val="E5DB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demonstrates how to:</a:t>
            </a:r>
            <a:endParaRPr lang="en-US" sz="1580" dirty="0"/>
          </a:p>
        </p:txBody>
      </p:sp>
      <p:sp>
        <p:nvSpPr>
          <p:cNvPr id="6" name="Shape 4"/>
          <p:cNvSpPr/>
          <p:nvPr/>
        </p:nvSpPr>
        <p:spPr>
          <a:xfrm>
            <a:off x="640891" y="1729420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7" name="Text 5"/>
          <p:cNvSpPr/>
          <p:nvPr/>
        </p:nvSpPr>
        <p:spPr>
          <a:xfrm>
            <a:off x="841177" y="1685255"/>
            <a:ext cx="66379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Carry one visual identity across desktop and mobile layouts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640891" y="2122550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9" name="Text 7"/>
          <p:cNvSpPr/>
          <p:nvPr/>
        </p:nvSpPr>
        <p:spPr>
          <a:xfrm>
            <a:off x="841177" y="2078385"/>
            <a:ext cx="57592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product details and page copy easy to update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640891" y="2515679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11" name="Text 9"/>
          <p:cNvSpPr/>
          <p:nvPr/>
        </p:nvSpPr>
        <p:spPr>
          <a:xfrm>
            <a:off x="841177" y="2471514"/>
            <a:ext cx="81164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accessible contrast, clear focus states, and reduced-motion support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40891" y="2908808"/>
            <a:ext cx="71438" cy="71438"/>
          </a:xfrm>
          <a:prstGeom prst="rect">
            <a:avLst/>
          </a:prstGeom>
          <a:solidFill>
            <a:srgbClr val="286A6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177" y="2864644"/>
            <a:ext cx="74891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6F1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 a portfolio concept clearly so it is not mistaken for a live store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255</Words>
  <Application>Microsoft Office PowerPoint</Application>
  <PresentationFormat>On-screen Show (16:9)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apoorva choudary Thammineni</cp:lastModifiedBy>
  <cp:revision>1</cp:revision>
  <dcterms:created xsi:type="dcterms:W3CDTF">2026-10-22T17:10:38Z</dcterms:created>
  <dcterms:modified xsi:type="dcterms:W3CDTF">2026-10-23T10:08:08Z</dcterms:modified>
</cp:coreProperties>
</file>